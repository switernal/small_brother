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8C9"/>
    <a:srgbClr val="FF2F92"/>
    <a:srgbClr val="AB7942"/>
    <a:srgbClr val="76D6FF"/>
    <a:srgbClr val="CCEDFF"/>
    <a:srgbClr val="4D7DBC"/>
    <a:srgbClr val="CDEAFF"/>
    <a:srgbClr val="C9E6F9"/>
    <a:srgbClr val="D5DFEB"/>
    <a:srgbClr val="5E9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93"/>
    <p:restoredTop sz="95307"/>
  </p:normalViewPr>
  <p:slideViewPr>
    <p:cSldViewPr snapToGrid="0">
      <p:cViewPr varScale="1">
        <p:scale>
          <a:sx n="70" d="100"/>
          <a:sy n="70" d="100"/>
        </p:scale>
        <p:origin x="2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BCC11-B3ED-B842-84C9-954BE59874E9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3A576-6512-3B48-8CFB-FE6B83DA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707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3A576-6512-3B48-8CFB-FE6B83DA0FB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286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8141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694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980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421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044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710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09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862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158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60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1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B2820-B319-624A-82DE-F8AC32F31A58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61C8D-8B86-2343-B8F6-83D4B27898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4007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0439DBA0-AC9B-8112-0BEA-1C5BBF44CE88}"/>
              </a:ext>
            </a:extLst>
          </p:cNvPr>
          <p:cNvSpPr/>
          <p:nvPr/>
        </p:nvSpPr>
        <p:spPr>
          <a:xfrm>
            <a:off x="447040" y="2137172"/>
            <a:ext cx="1905000" cy="7022068"/>
          </a:xfrm>
          <a:prstGeom prst="roundRect">
            <a:avLst>
              <a:gd name="adj" fmla="val 2713"/>
            </a:avLst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474D0D-A4DD-ECFC-0361-959B2AAA96C6}"/>
              </a:ext>
            </a:extLst>
          </p:cNvPr>
          <p:cNvSpPr txBox="1"/>
          <p:nvPr/>
        </p:nvSpPr>
        <p:spPr>
          <a:xfrm>
            <a:off x="686569" y="5463540"/>
            <a:ext cx="1544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Capture</a:t>
            </a:r>
            <a:r>
              <a:rPr kumimoji="1" lang="zh-CN" alt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线程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4216C6C-04DC-3613-7821-78336C75E547}"/>
              </a:ext>
            </a:extLst>
          </p:cNvPr>
          <p:cNvSpPr/>
          <p:nvPr/>
        </p:nvSpPr>
        <p:spPr>
          <a:xfrm>
            <a:off x="3662680" y="2179320"/>
            <a:ext cx="2788920" cy="9179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Extension</a:t>
            </a:r>
            <a:r>
              <a:rPr kumimoji="1" lang="zh-CN" altLang="en-US" dirty="0"/>
              <a:t> 进程</a:t>
            </a:r>
            <a:r>
              <a:rPr kumimoji="1" lang="en-US" altLang="zh-CN" dirty="0"/>
              <a:t>/</a:t>
            </a:r>
          </a:p>
          <a:p>
            <a:pPr algn="ctr"/>
            <a:r>
              <a:rPr kumimoji="1" lang="en-US" altLang="zh-CN" dirty="0"/>
              <a:t>Extension</a:t>
            </a:r>
            <a:r>
              <a:rPr kumimoji="1" lang="zh-CN" altLang="en-US" dirty="0"/>
              <a:t> 线程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088383D-B4F1-6ABE-13D3-2855C83D9D58}"/>
              </a:ext>
            </a:extLst>
          </p:cNvPr>
          <p:cNvSpPr/>
          <p:nvPr/>
        </p:nvSpPr>
        <p:spPr>
          <a:xfrm>
            <a:off x="3662680" y="6214124"/>
            <a:ext cx="2788920" cy="9179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Sniff.scapy</a:t>
            </a:r>
            <a:r>
              <a:rPr kumimoji="1" lang="zh-CN" altLang="en-US" dirty="0"/>
              <a:t> 线程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D6090E2-C605-C6F4-CDFA-0AA962145B38}"/>
              </a:ext>
            </a:extLst>
          </p:cNvPr>
          <p:cNvSpPr/>
          <p:nvPr/>
        </p:nvSpPr>
        <p:spPr>
          <a:xfrm>
            <a:off x="3655060" y="8260080"/>
            <a:ext cx="2788920" cy="9179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Sniff.ConnectionTracker</a:t>
            </a:r>
            <a:r>
              <a:rPr kumimoji="1" lang="zh-CN" altLang="en-US" dirty="0"/>
              <a:t>  线程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D5155BE-46E2-F7C2-18ED-C3778070E62A}"/>
              </a:ext>
            </a:extLst>
          </p:cNvPr>
          <p:cNvSpPr/>
          <p:nvPr/>
        </p:nvSpPr>
        <p:spPr>
          <a:xfrm>
            <a:off x="3655060" y="4186981"/>
            <a:ext cx="2788920" cy="9179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Request</a:t>
            </a:r>
            <a:r>
              <a:rPr kumimoji="1" lang="zh-CN" altLang="en-US" dirty="0"/>
              <a:t> 线程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F5E356BF-A50C-AEE0-FC14-8DAF2B7D82E4}"/>
              </a:ext>
            </a:extLst>
          </p:cNvPr>
          <p:cNvSpPr/>
          <p:nvPr/>
        </p:nvSpPr>
        <p:spPr>
          <a:xfrm>
            <a:off x="2382520" y="2438400"/>
            <a:ext cx="1272540" cy="3048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9A1393A2-CCA6-D4E6-B28A-986EE515C0EC}"/>
              </a:ext>
            </a:extLst>
          </p:cNvPr>
          <p:cNvSpPr/>
          <p:nvPr/>
        </p:nvSpPr>
        <p:spPr>
          <a:xfrm>
            <a:off x="2382520" y="4493567"/>
            <a:ext cx="1272540" cy="3048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C1BA55E4-5A39-8B29-8E8F-C9DC41030456}"/>
              </a:ext>
            </a:extLst>
          </p:cNvPr>
          <p:cNvSpPr/>
          <p:nvPr/>
        </p:nvSpPr>
        <p:spPr>
          <a:xfrm>
            <a:off x="2374900" y="6520710"/>
            <a:ext cx="1272540" cy="3048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D4E2BA19-6295-0A59-4BD8-F079E3C2A40C}"/>
              </a:ext>
            </a:extLst>
          </p:cNvPr>
          <p:cNvSpPr/>
          <p:nvPr/>
        </p:nvSpPr>
        <p:spPr>
          <a:xfrm>
            <a:off x="2382520" y="8547853"/>
            <a:ext cx="1272540" cy="3048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AA704B-4177-85A2-88D1-9A26894E4467}"/>
              </a:ext>
            </a:extLst>
          </p:cNvPr>
          <p:cNvSpPr txBox="1"/>
          <p:nvPr/>
        </p:nvSpPr>
        <p:spPr>
          <a:xfrm>
            <a:off x="280964" y="405884"/>
            <a:ext cx="2237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1"/>
                </a:solidFill>
              </a:rPr>
              <a:t>Capture</a:t>
            </a:r>
            <a:r>
              <a:rPr kumimoji="1" lang="zh-CN" altLang="en-US" b="1" dirty="0">
                <a:solidFill>
                  <a:schemeClr val="accent1"/>
                </a:solidFill>
              </a:rPr>
              <a:t> 线程结构图</a:t>
            </a:r>
          </a:p>
        </p:txBody>
      </p:sp>
    </p:spTree>
    <p:extLst>
      <p:ext uri="{BB962C8B-B14F-4D97-AF65-F5344CB8AC3E}">
        <p14:creationId xmlns:p14="http://schemas.microsoft.com/office/powerpoint/2010/main" val="386106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7BF2-4698-E492-04CE-E5DF7FD4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604542DD-E9B0-D95D-213F-9DB5E2956CCD}"/>
              </a:ext>
            </a:extLst>
          </p:cNvPr>
          <p:cNvCxnSpPr>
            <a:cxnSpLocks/>
          </p:cNvCxnSpPr>
          <p:nvPr/>
        </p:nvCxnSpPr>
        <p:spPr>
          <a:xfrm>
            <a:off x="1930012" y="2706409"/>
            <a:ext cx="0" cy="4608599"/>
          </a:xfrm>
          <a:prstGeom prst="straightConnector1">
            <a:avLst/>
          </a:prstGeom>
          <a:ln>
            <a:solidFill>
              <a:srgbClr val="AB79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5611EADC-AAF1-BB16-9C5F-7ED3A5970F80}"/>
              </a:ext>
            </a:extLst>
          </p:cNvPr>
          <p:cNvCxnSpPr>
            <a:cxnSpLocks/>
          </p:cNvCxnSpPr>
          <p:nvPr/>
        </p:nvCxnSpPr>
        <p:spPr>
          <a:xfrm>
            <a:off x="6358183" y="2719822"/>
            <a:ext cx="0" cy="4595186"/>
          </a:xfrm>
          <a:prstGeom prst="straightConnector1">
            <a:avLst/>
          </a:prstGeom>
          <a:ln>
            <a:solidFill>
              <a:srgbClr val="AB79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FFCEDCFA-B5BD-889C-E12E-E65B787FF317}"/>
              </a:ext>
            </a:extLst>
          </p:cNvPr>
          <p:cNvCxnSpPr>
            <a:cxnSpLocks/>
          </p:cNvCxnSpPr>
          <p:nvPr/>
        </p:nvCxnSpPr>
        <p:spPr>
          <a:xfrm>
            <a:off x="6203908" y="2719822"/>
            <a:ext cx="0" cy="3410810"/>
          </a:xfrm>
          <a:prstGeom prst="straightConnector1">
            <a:avLst/>
          </a:prstGeom>
          <a:ln>
            <a:solidFill>
              <a:srgbClr val="5588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0E0B3EB-4A9D-8DEA-3152-9397D031D4F8}"/>
              </a:ext>
            </a:extLst>
          </p:cNvPr>
          <p:cNvSpPr/>
          <p:nvPr/>
        </p:nvSpPr>
        <p:spPr>
          <a:xfrm>
            <a:off x="116204" y="1622115"/>
            <a:ext cx="6625592" cy="1224210"/>
          </a:xfrm>
          <a:prstGeom prst="roundRect">
            <a:avLst>
              <a:gd name="adj" fmla="val 9849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B7C1BB3-81BE-7E96-57E3-D6817A99716F}"/>
              </a:ext>
            </a:extLst>
          </p:cNvPr>
          <p:cNvSpPr/>
          <p:nvPr/>
        </p:nvSpPr>
        <p:spPr>
          <a:xfrm>
            <a:off x="237419" y="2269596"/>
            <a:ext cx="811530" cy="4421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url</a:t>
            </a:r>
            <a:endParaRPr kumimoji="1" lang="zh-CN" altLang="en-US" sz="1400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E0AC890-0F8E-33CD-BA8B-1E4EF2DF1A63}"/>
              </a:ext>
            </a:extLst>
          </p:cNvPr>
          <p:cNvSpPr/>
          <p:nvPr/>
        </p:nvSpPr>
        <p:spPr>
          <a:xfrm>
            <a:off x="2451028" y="2269596"/>
            <a:ext cx="1116330" cy="44215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扩展配置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D8D6DF0-551A-2F50-C95C-643A57BB1C59}"/>
              </a:ext>
            </a:extLst>
          </p:cNvPr>
          <p:cNvSpPr/>
          <p:nvPr/>
        </p:nvSpPr>
        <p:spPr>
          <a:xfrm>
            <a:off x="3729283" y="2269596"/>
            <a:ext cx="1373505" cy="44215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Request</a:t>
            </a:r>
            <a:r>
              <a:rPr kumimoji="1" lang="zh-CN" altLang="en-US" sz="1400" dirty="0"/>
              <a:t>配置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671AB83-D337-79C5-B946-62FDE0A61D89}"/>
              </a:ext>
            </a:extLst>
          </p:cNvPr>
          <p:cNvSpPr/>
          <p:nvPr/>
        </p:nvSpPr>
        <p:spPr>
          <a:xfrm>
            <a:off x="1212778" y="2269596"/>
            <a:ext cx="1116330" cy="4421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输出路径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8FF40F4-0B57-0D2D-A1B7-20078BD9AC52}"/>
              </a:ext>
            </a:extLst>
          </p:cNvPr>
          <p:cNvSpPr/>
          <p:nvPr/>
        </p:nvSpPr>
        <p:spPr>
          <a:xfrm>
            <a:off x="5224708" y="2269596"/>
            <a:ext cx="1373505" cy="44215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Sniffer</a:t>
            </a:r>
            <a:r>
              <a:rPr kumimoji="1" lang="zh-CN" altLang="en-US" sz="1400" dirty="0"/>
              <a:t>配置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217985-9B4E-E6F6-B16C-FE4FA096664E}"/>
              </a:ext>
            </a:extLst>
          </p:cNvPr>
          <p:cNvSpPr txBox="1"/>
          <p:nvPr/>
        </p:nvSpPr>
        <p:spPr>
          <a:xfrm>
            <a:off x="187889" y="1748446"/>
            <a:ext cx="2405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1"/>
                </a:solidFill>
              </a:rPr>
              <a:t>WebsiteCapture</a:t>
            </a:r>
            <a:r>
              <a:rPr kumimoji="1" lang="zh-CN" altLang="en-US" b="1" dirty="0">
                <a:solidFill>
                  <a:schemeClr val="accent1"/>
                </a:solidFill>
              </a:rPr>
              <a:t> 线程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5DDA2188-CEA4-79A0-6D6C-4D89518DE92F}"/>
              </a:ext>
            </a:extLst>
          </p:cNvPr>
          <p:cNvCxnSpPr>
            <a:cxnSpLocks/>
          </p:cNvCxnSpPr>
          <p:nvPr/>
        </p:nvCxnSpPr>
        <p:spPr>
          <a:xfrm>
            <a:off x="368864" y="2711750"/>
            <a:ext cx="0" cy="89896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C2578340-E6B1-BB65-2D48-D0CD4A000ABF}"/>
              </a:ext>
            </a:extLst>
          </p:cNvPr>
          <p:cNvCxnSpPr>
            <a:cxnSpLocks/>
          </p:cNvCxnSpPr>
          <p:nvPr/>
        </p:nvCxnSpPr>
        <p:spPr>
          <a:xfrm>
            <a:off x="1390846" y="2711750"/>
            <a:ext cx="0" cy="89896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AD22DFFA-EB78-6209-7F7E-EB781CE4F65E}"/>
              </a:ext>
            </a:extLst>
          </p:cNvPr>
          <p:cNvCxnSpPr>
            <a:cxnSpLocks/>
          </p:cNvCxnSpPr>
          <p:nvPr/>
        </p:nvCxnSpPr>
        <p:spPr>
          <a:xfrm>
            <a:off x="3005383" y="2711750"/>
            <a:ext cx="0" cy="89896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右箭头 39">
            <a:extLst>
              <a:ext uri="{FF2B5EF4-FFF2-40B4-BE49-F238E27FC236}">
                <a16:creationId xmlns:a16="http://schemas.microsoft.com/office/drawing/2014/main" id="{D62D9063-5F5F-A0FC-383C-2913E2E0E0E8}"/>
              </a:ext>
            </a:extLst>
          </p:cNvPr>
          <p:cNvSpPr/>
          <p:nvPr/>
        </p:nvSpPr>
        <p:spPr>
          <a:xfrm>
            <a:off x="3638795" y="3747585"/>
            <a:ext cx="374333" cy="378592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A22CEAF8-CE09-F0D9-1503-B0FA6F504F41}"/>
              </a:ext>
            </a:extLst>
          </p:cNvPr>
          <p:cNvSpPr/>
          <p:nvPr/>
        </p:nvSpPr>
        <p:spPr>
          <a:xfrm>
            <a:off x="4141714" y="3408660"/>
            <a:ext cx="2456499" cy="10848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ln>
                <a:solidFill>
                  <a:schemeClr val="accent5"/>
                </a:solidFill>
              </a:ln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993333F-7206-2DA4-AC7E-7E42191E37E5}"/>
              </a:ext>
            </a:extLst>
          </p:cNvPr>
          <p:cNvSpPr txBox="1"/>
          <p:nvPr/>
        </p:nvSpPr>
        <p:spPr>
          <a:xfrm>
            <a:off x="4259327" y="3454298"/>
            <a:ext cx="1533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chemeClr val="accent5"/>
                </a:solidFill>
              </a:rPr>
              <a:t>代理扩展 </a:t>
            </a:r>
            <a:r>
              <a:rPr kumimoji="1" lang="en-US" altLang="zh-CN" sz="1800" dirty="0">
                <a:solidFill>
                  <a:schemeClr val="accent5"/>
                </a:solidFill>
              </a:rPr>
              <a:t>Info</a:t>
            </a:r>
            <a:endParaRPr kumimoji="1" lang="zh-CN" altLang="en-US" sz="1800" dirty="0">
              <a:solidFill>
                <a:schemeClr val="accent5"/>
              </a:solidFill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C2E382B3-4F7B-1B02-6B9A-B6FF32C7278E}"/>
              </a:ext>
            </a:extLst>
          </p:cNvPr>
          <p:cNvSpPr/>
          <p:nvPr/>
        </p:nvSpPr>
        <p:spPr>
          <a:xfrm>
            <a:off x="4266849" y="3893278"/>
            <a:ext cx="657991" cy="442154"/>
          </a:xfrm>
          <a:prstGeom prst="roundRect">
            <a:avLst/>
          </a:prstGeom>
          <a:solidFill>
            <a:schemeClr val="accent5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远程地址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0811FF1B-CC02-1B10-3D97-E61548B56A07}"/>
              </a:ext>
            </a:extLst>
          </p:cNvPr>
          <p:cNvSpPr/>
          <p:nvPr/>
        </p:nvSpPr>
        <p:spPr>
          <a:xfrm>
            <a:off x="5837942" y="3893277"/>
            <a:ext cx="657994" cy="451761"/>
          </a:xfrm>
          <a:prstGeom prst="roundRect">
            <a:avLst/>
          </a:prstGeom>
          <a:solidFill>
            <a:schemeClr val="accent5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代理</a:t>
            </a:r>
            <a:r>
              <a:rPr kumimoji="1" lang="en-US" altLang="zh-CN" sz="1400" dirty="0"/>
              <a:t>PID</a:t>
            </a:r>
            <a:endParaRPr kumimoji="1" lang="zh-CN" altLang="en-US" sz="1400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183EBFDD-66AD-A3AE-DF25-4A28AE316F8C}"/>
              </a:ext>
            </a:extLst>
          </p:cNvPr>
          <p:cNvCxnSpPr>
            <a:cxnSpLocks/>
          </p:cNvCxnSpPr>
          <p:nvPr/>
        </p:nvCxnSpPr>
        <p:spPr>
          <a:xfrm>
            <a:off x="506024" y="2711750"/>
            <a:ext cx="0" cy="2213258"/>
          </a:xfrm>
          <a:prstGeom prst="straightConnector1">
            <a:avLst/>
          </a:prstGeom>
          <a:ln>
            <a:solidFill>
              <a:srgbClr val="FF2F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69240044-CF9B-0B0D-118D-26F18D944325}"/>
              </a:ext>
            </a:extLst>
          </p:cNvPr>
          <p:cNvCxnSpPr>
            <a:cxnSpLocks/>
          </p:cNvCxnSpPr>
          <p:nvPr/>
        </p:nvCxnSpPr>
        <p:spPr>
          <a:xfrm>
            <a:off x="1557584" y="2696510"/>
            <a:ext cx="0" cy="2213258"/>
          </a:xfrm>
          <a:prstGeom prst="straightConnector1">
            <a:avLst/>
          </a:prstGeom>
          <a:ln>
            <a:solidFill>
              <a:srgbClr val="FF2F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4F970FF4-AE32-F401-F1E1-ADC9089C6E9E}"/>
              </a:ext>
            </a:extLst>
          </p:cNvPr>
          <p:cNvCxnSpPr>
            <a:cxnSpLocks/>
          </p:cNvCxnSpPr>
          <p:nvPr/>
        </p:nvCxnSpPr>
        <p:spPr>
          <a:xfrm>
            <a:off x="4006461" y="2696510"/>
            <a:ext cx="0" cy="2213258"/>
          </a:xfrm>
          <a:prstGeom prst="straightConnector1">
            <a:avLst/>
          </a:prstGeom>
          <a:ln>
            <a:solidFill>
              <a:srgbClr val="FF2F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082B1BAD-D35C-5A8E-1DE7-1D880EBE0971}"/>
              </a:ext>
            </a:extLst>
          </p:cNvPr>
          <p:cNvSpPr/>
          <p:nvPr/>
        </p:nvSpPr>
        <p:spPr>
          <a:xfrm>
            <a:off x="2036691" y="6130632"/>
            <a:ext cx="4561521" cy="65233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28575">
            <a:solidFill>
              <a:srgbClr val="558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588C9"/>
                </a:solidFill>
              </a:rPr>
              <a:t>Sniffer.Scapy</a:t>
            </a:r>
            <a:r>
              <a:rPr kumimoji="1" lang="zh-CN" altLang="en-US" b="1" dirty="0">
                <a:solidFill>
                  <a:srgbClr val="5588C9"/>
                </a:solidFill>
              </a:rPr>
              <a:t> 进程</a:t>
            </a:r>
          </a:p>
        </p:txBody>
      </p:sp>
      <p:sp>
        <p:nvSpPr>
          <p:cNvPr id="57" name="右箭头 56">
            <a:extLst>
              <a:ext uri="{FF2B5EF4-FFF2-40B4-BE49-F238E27FC236}">
                <a16:creationId xmlns:a16="http://schemas.microsoft.com/office/drawing/2014/main" id="{F100EEA3-80AA-FA5D-6F08-56FFEB663196}"/>
              </a:ext>
            </a:extLst>
          </p:cNvPr>
          <p:cNvSpPr/>
          <p:nvPr/>
        </p:nvSpPr>
        <p:spPr>
          <a:xfrm rot="10800000">
            <a:off x="1653011" y="6317818"/>
            <a:ext cx="360168" cy="283905"/>
          </a:xfrm>
          <a:prstGeom prst="rightArrow">
            <a:avLst/>
          </a:prstGeom>
          <a:solidFill>
            <a:srgbClr val="558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474099CD-393D-1C7B-759B-56C4887BB9A3}"/>
              </a:ext>
            </a:extLst>
          </p:cNvPr>
          <p:cNvSpPr/>
          <p:nvPr/>
        </p:nvSpPr>
        <p:spPr>
          <a:xfrm>
            <a:off x="88758" y="6230504"/>
            <a:ext cx="727712" cy="442154"/>
          </a:xfrm>
          <a:prstGeom prst="roundRect">
            <a:avLst/>
          </a:prstGeom>
          <a:solidFill>
            <a:srgbClr val="558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Pcap</a:t>
            </a:r>
            <a:r>
              <a:rPr kumimoji="1" lang="zh-CN" altLang="en-US" sz="1400" dirty="0"/>
              <a:t>目录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5D771257-EF02-22FA-1558-F0B30D244D89}"/>
              </a:ext>
            </a:extLst>
          </p:cNvPr>
          <p:cNvSpPr/>
          <p:nvPr/>
        </p:nvSpPr>
        <p:spPr>
          <a:xfrm>
            <a:off x="5026954" y="3907726"/>
            <a:ext cx="708874" cy="442154"/>
          </a:xfrm>
          <a:prstGeom prst="roundRect">
            <a:avLst/>
          </a:prstGeom>
          <a:solidFill>
            <a:schemeClr val="accent5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远程端口</a:t>
            </a:r>
            <a:endParaRPr kumimoji="1" lang="zh-CN" altLang="en-US" sz="2800" dirty="0"/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2BC81905-41E4-60AC-8782-57C52E5140C7}"/>
              </a:ext>
            </a:extLst>
          </p:cNvPr>
          <p:cNvCxnSpPr>
            <a:cxnSpLocks/>
          </p:cNvCxnSpPr>
          <p:nvPr/>
        </p:nvCxnSpPr>
        <p:spPr>
          <a:xfrm>
            <a:off x="5205658" y="4345039"/>
            <a:ext cx="0" cy="1781787"/>
          </a:xfrm>
          <a:prstGeom prst="straightConnector1">
            <a:avLst/>
          </a:prstGeom>
          <a:ln>
            <a:solidFill>
              <a:srgbClr val="5588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0A58EB30-3DEF-2E9E-EB7B-920307F635B5}"/>
              </a:ext>
            </a:extLst>
          </p:cNvPr>
          <p:cNvCxnSpPr>
            <a:cxnSpLocks/>
          </p:cNvCxnSpPr>
          <p:nvPr/>
        </p:nvCxnSpPr>
        <p:spPr>
          <a:xfrm>
            <a:off x="6037013" y="4335432"/>
            <a:ext cx="0" cy="1781787"/>
          </a:xfrm>
          <a:prstGeom prst="straightConnector1">
            <a:avLst/>
          </a:prstGeom>
          <a:ln>
            <a:solidFill>
              <a:srgbClr val="5588C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53EF92BC-6AD3-1AB6-378F-8B2F267D4137}"/>
              </a:ext>
            </a:extLst>
          </p:cNvPr>
          <p:cNvCxnSpPr>
            <a:cxnSpLocks/>
          </p:cNvCxnSpPr>
          <p:nvPr/>
        </p:nvCxnSpPr>
        <p:spPr>
          <a:xfrm>
            <a:off x="5617958" y="5442061"/>
            <a:ext cx="0" cy="675158"/>
          </a:xfrm>
          <a:prstGeom prst="straightConnector1">
            <a:avLst/>
          </a:prstGeom>
          <a:ln>
            <a:solidFill>
              <a:srgbClr val="5588C9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6F7A0713-6ED3-D83D-6991-2B6D91E03A5E}"/>
              </a:ext>
            </a:extLst>
          </p:cNvPr>
          <p:cNvSpPr/>
          <p:nvPr/>
        </p:nvSpPr>
        <p:spPr>
          <a:xfrm>
            <a:off x="5272038" y="5013320"/>
            <a:ext cx="691841" cy="442154"/>
          </a:xfrm>
          <a:prstGeom prst="roundRect">
            <a:avLst/>
          </a:prstGeom>
          <a:solidFill>
            <a:srgbClr val="FF2F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浏览器 </a:t>
            </a:r>
            <a:r>
              <a:rPr kumimoji="1" lang="en-US" altLang="zh-CN" sz="1200" dirty="0"/>
              <a:t>PID</a:t>
            </a:r>
            <a:endParaRPr kumimoji="1" lang="zh-CN" altLang="en-US" sz="1200" dirty="0"/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3303E117-7894-DD60-E348-846F70A2DDE9}"/>
              </a:ext>
            </a:extLst>
          </p:cNvPr>
          <p:cNvCxnSpPr>
            <a:cxnSpLocks/>
          </p:cNvCxnSpPr>
          <p:nvPr/>
        </p:nvCxnSpPr>
        <p:spPr>
          <a:xfrm>
            <a:off x="2197663" y="2706409"/>
            <a:ext cx="0" cy="3410810"/>
          </a:xfrm>
          <a:prstGeom prst="straightConnector1">
            <a:avLst/>
          </a:prstGeom>
          <a:ln>
            <a:solidFill>
              <a:srgbClr val="5588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D968E0C2-8B70-15D0-E280-68619894E167}"/>
              </a:ext>
            </a:extLst>
          </p:cNvPr>
          <p:cNvSpPr/>
          <p:nvPr/>
        </p:nvSpPr>
        <p:spPr>
          <a:xfrm>
            <a:off x="888958" y="6230504"/>
            <a:ext cx="752331" cy="442154"/>
          </a:xfrm>
          <a:prstGeom prst="roundRect">
            <a:avLst/>
          </a:prstGeom>
          <a:solidFill>
            <a:srgbClr val="5588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Conns</a:t>
            </a:r>
          </a:p>
          <a:p>
            <a:pPr algn="ctr"/>
            <a:r>
              <a:rPr kumimoji="1" lang="zh-CN" altLang="en-US" sz="1400" dirty="0"/>
              <a:t>列表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04FBE2C4-F9BE-A4A7-12E1-45934F818CF2}"/>
              </a:ext>
            </a:extLst>
          </p:cNvPr>
          <p:cNvSpPr/>
          <p:nvPr/>
        </p:nvSpPr>
        <p:spPr>
          <a:xfrm>
            <a:off x="89779" y="4925008"/>
            <a:ext cx="4236709" cy="65233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28575">
            <a:solidFill>
              <a:srgbClr val="FF2F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FF2F92"/>
                </a:solidFill>
              </a:rPr>
              <a:t>Request</a:t>
            </a:r>
            <a:r>
              <a:rPr kumimoji="1" lang="zh-CN" altLang="en-US" b="1" dirty="0">
                <a:solidFill>
                  <a:srgbClr val="FF2F92"/>
                </a:solidFill>
              </a:rPr>
              <a:t> 进程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3B8FFB2-F81C-54B8-59E6-9D0F5444100F}"/>
              </a:ext>
            </a:extLst>
          </p:cNvPr>
          <p:cNvSpPr/>
          <p:nvPr/>
        </p:nvSpPr>
        <p:spPr>
          <a:xfrm>
            <a:off x="89780" y="3610716"/>
            <a:ext cx="3477578" cy="65233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accent5"/>
                </a:solidFill>
              </a:rPr>
              <a:t>Extension</a:t>
            </a:r>
            <a:r>
              <a:rPr kumimoji="1" lang="zh-CN" altLang="en-US" b="1" dirty="0">
                <a:solidFill>
                  <a:schemeClr val="accent5"/>
                </a:solidFill>
              </a:rPr>
              <a:t> 进程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0F3F192-737F-43AB-1E7B-917DF36A3811}"/>
              </a:ext>
            </a:extLst>
          </p:cNvPr>
          <p:cNvSpPr txBox="1"/>
          <p:nvPr/>
        </p:nvSpPr>
        <p:spPr>
          <a:xfrm>
            <a:off x="146396" y="368946"/>
            <a:ext cx="402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accent1"/>
                </a:solidFill>
              </a:rPr>
              <a:t>WebsiteCapture</a:t>
            </a:r>
            <a:r>
              <a:rPr kumimoji="1" lang="zh-CN" altLang="en-US" b="1" dirty="0">
                <a:solidFill>
                  <a:schemeClr val="accent1"/>
                </a:solidFill>
              </a:rPr>
              <a:t> 线程内部数据传递图</a:t>
            </a: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12038167-93CC-A54B-AA77-CE49A9BDB9B6}"/>
              </a:ext>
            </a:extLst>
          </p:cNvPr>
          <p:cNvSpPr/>
          <p:nvPr/>
        </p:nvSpPr>
        <p:spPr>
          <a:xfrm>
            <a:off x="88758" y="8523994"/>
            <a:ext cx="6525646" cy="65233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2">
                    <a:lumMod val="25000"/>
                  </a:schemeClr>
                </a:solidFill>
              </a:rPr>
              <a:t>Connection</a:t>
            </a:r>
            <a:r>
              <a:rPr kumimoji="1" lang="zh-CN" altLang="en-US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kumimoji="1" lang="en-US" altLang="zh-CN" b="1" dirty="0">
                <a:solidFill>
                  <a:schemeClr val="bg2">
                    <a:lumMod val="25000"/>
                  </a:schemeClr>
                </a:solidFill>
              </a:rPr>
              <a:t>Filter</a:t>
            </a:r>
            <a:r>
              <a:rPr kumimoji="1" lang="zh-CN" altLang="en-US" b="1" dirty="0">
                <a:solidFill>
                  <a:schemeClr val="bg2">
                    <a:lumMod val="25000"/>
                  </a:schemeClr>
                </a:solidFill>
              </a:rPr>
              <a:t> 过滤器</a:t>
            </a:r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30D77EDE-7482-E7CB-7163-9940A0A5AAE1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452614" y="6672658"/>
            <a:ext cx="0" cy="1824586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6FE570EC-3806-695D-7BE3-53DAE58F01C2}"/>
              </a:ext>
            </a:extLst>
          </p:cNvPr>
          <p:cNvCxnSpPr>
            <a:cxnSpLocks/>
          </p:cNvCxnSpPr>
          <p:nvPr/>
        </p:nvCxnSpPr>
        <p:spPr>
          <a:xfrm>
            <a:off x="1265123" y="6672658"/>
            <a:ext cx="0" cy="1824586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7A815AB7-DCE9-8E77-C6F4-9460374D9537}"/>
              </a:ext>
            </a:extLst>
          </p:cNvPr>
          <p:cNvSpPr/>
          <p:nvPr/>
        </p:nvSpPr>
        <p:spPr>
          <a:xfrm>
            <a:off x="1541392" y="7315008"/>
            <a:ext cx="5056820" cy="65233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28575">
            <a:solidFill>
              <a:srgbClr val="AB7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AB7942"/>
                </a:solidFill>
              </a:rPr>
              <a:t>Sniffer.ConnectionTracker</a:t>
            </a:r>
            <a:r>
              <a:rPr kumimoji="1" lang="zh-CN" altLang="en-US" b="1" dirty="0">
                <a:solidFill>
                  <a:srgbClr val="AB7942"/>
                </a:solidFill>
              </a:rPr>
              <a:t> 进程</a:t>
            </a:r>
          </a:p>
        </p:txBody>
      </p: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E6BDBBD-9489-72E4-A344-4D1825B4D2E2}"/>
              </a:ext>
            </a:extLst>
          </p:cNvPr>
          <p:cNvCxnSpPr>
            <a:cxnSpLocks/>
          </p:cNvCxnSpPr>
          <p:nvPr/>
        </p:nvCxnSpPr>
        <p:spPr>
          <a:xfrm>
            <a:off x="4562721" y="4348845"/>
            <a:ext cx="0" cy="1781787"/>
          </a:xfrm>
          <a:prstGeom prst="straightConnector1">
            <a:avLst/>
          </a:prstGeom>
          <a:ln>
            <a:solidFill>
              <a:srgbClr val="5588C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右箭头 50">
            <a:extLst>
              <a:ext uri="{FF2B5EF4-FFF2-40B4-BE49-F238E27FC236}">
                <a16:creationId xmlns:a16="http://schemas.microsoft.com/office/drawing/2014/main" id="{8B146526-732D-8296-0845-107D8DD1DDE2}"/>
              </a:ext>
            </a:extLst>
          </p:cNvPr>
          <p:cNvSpPr/>
          <p:nvPr/>
        </p:nvSpPr>
        <p:spPr>
          <a:xfrm>
            <a:off x="4392867" y="5085987"/>
            <a:ext cx="868466" cy="296819"/>
          </a:xfrm>
          <a:prstGeom prst="rightArrow">
            <a:avLst/>
          </a:prstGeom>
          <a:solidFill>
            <a:srgbClr val="FF2F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993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9853</TotalTime>
  <Words>73</Words>
  <Application>Microsoft Macintosh PowerPoint</Application>
  <PresentationFormat>A4 纸张(210x297 毫米)</PresentationFormat>
  <Paragraphs>28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�¸�</dc:creator>
  <cp:lastModifiedBy>�¸�</cp:lastModifiedBy>
  <cp:revision>6</cp:revision>
  <dcterms:created xsi:type="dcterms:W3CDTF">2025-03-06T08:31:20Z</dcterms:created>
  <dcterms:modified xsi:type="dcterms:W3CDTF">2025-03-17T08:48:18Z</dcterms:modified>
</cp:coreProperties>
</file>